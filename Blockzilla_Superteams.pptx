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4572000" cy="4572000"/>
          </a:xfrm>
          <a:prstGeom prst="ellipse">
            <a:avLst/>
          </a:prstGeom>
          <a:solidFill>
            <a:srgbClr val="132A4E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3657600" cy="3657600"/>
          </a:xfrm>
          <a:prstGeom prst="ellipse">
            <a:avLst/>
          </a:prstGeom>
          <a:solidFill>
            <a:srgbClr val="132A4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" name="Image 0" descr="/private/tmp/claude-501/-Users-augustin-Developement-ferno-blockzilla-v1/c312436f-587c-48e1-b40b-3267f59e1885/scratchpad/pptx/ic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96240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BLOCKZILLA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Infrastructure for Superteam Hubs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411480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builder in your space zero-rate-limit RPC, live gRPC &amp; shred streams, and full-archive indexing — the same infra stack that funds and market makers pay $30k+/year for.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6172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0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serious builder hits the same wall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infra exists on Solana — it just isn’t affordable outside a handful of funds and market makers.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08860"/>
            <a:ext cx="777240" cy="7772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/private/tmp/claude-501/-Users-augustin-Developement-ferno-blockzilla-v1/c312436f-587c-48e1-b40b-3267f59e1885/scratchpad/pptx/ic/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50317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24028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Rate-limited RPC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011680" y="267919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Free/public RPC throttles exactly when a bot, indexer, or dApp needs to scale — capped requests, dropped calls, unreliable under load.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56616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7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60120" y="3817620"/>
            <a:ext cx="777240" cy="7772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1" name="Image 1" descr="/private/tmp/claude-501/-Users-augustin-Developement-ferno-blockzilla-v1/c312436f-587c-48e1-b40b-3267f59e1885/scratchpad/pptx/ic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430" y="401193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11680" y="374904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Gatekept real-time data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011680" y="418795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gRPC and shred streams run $120–500/mo and up. Fine for a funded team, out of reach for a solo builder or student cohort.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507492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7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5326380"/>
            <a:ext cx="777240" cy="7772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6" name="Image 2" descr="/private/tmp/claude-501/-Users-augustin-Developement-ferno-blockzilla-v1/c312436f-587c-48e1-b40b-3267f59e1885/scratchpad/pptx/ic/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30" y="552069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525780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affordable history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011680" y="569671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archive access means renting 100Gbit infrastructure or paying five figures a year in storage and bandwidth — so almost nobody keeps it, and nobody can query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node replaces an infra budget most builders never get</a:t>
            </a:r>
            <a:endParaRPr lang="en-US" sz="2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08792" cy="3337560"/>
        </p:xfrm>
        <a:graphic>
          <a:graphicData uri="http://schemas.openxmlformats.org/drawingml/2006/table">
            <a:tbl>
              <a:tblPr/>
              <a:tblGrid>
                <a:gridCol w="2377440"/>
                <a:gridCol w="5148072"/>
                <a:gridCol w="3383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 Blockzilla node gives you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equivalent (2026)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RPC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rate-limit, dedicated node 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~$500/mo (business plan)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gRPC stream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Yellowstone-grade stream, included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$120–500/mo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Shred stream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Jito-grade shred access, included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~$1,000/mo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 / history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historical data, local &amp; queryable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~$20k/yr storage + ~$100k/yr bandwidth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indexer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Jetstream-style indexing, no rented rig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$1.5–3k+/mo dedicated 100Gbit infra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5029200"/>
            <a:ext cx="10908792" cy="1234440"/>
          </a:xfrm>
          <a:prstGeom prst="roundRect">
            <a:avLst>
              <a:gd name="adj" fmla="val 7407"/>
            </a:avLst>
          </a:prstGeom>
          <a:solidFill>
            <a:srgbClr val="0B1F3A"/>
          </a:solidFill>
          <a:ln/>
        </p:spPr>
      </p:sp>
      <p:sp>
        <p:nvSpPr>
          <p:cNvPr id="5" name="Text 2"/>
          <p:cNvSpPr/>
          <p:nvPr/>
        </p:nvSpPr>
        <p:spPr>
          <a:xfrm>
            <a:off x="960120" y="513892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$30,000+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023360" y="5138928"/>
            <a:ext cx="7223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yearly infrastructure value, included in one node — no rate limits, no metering, no rented hardware.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382512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from public 2026 pricing (Helius, Triton, Chainstack, Shyft, Solana Tracker). Actual value varies by workload.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plug-and-play infra unlocks in your hub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access, in the hands of your builders instead of a fund’s trading desk.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533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75104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/private/tmp/claude-501/-Users-augustin-Developement-ferno-blockzilla-v1/c312436f-587c-48e1-b40b-3267f59e1885/scratchpad/pptx/ic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6" y="2106778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606040"/>
            <a:ext cx="2941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training &amp; agents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2962656"/>
            <a:ext cx="294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evaluate models on raw shred-level data most labs never get to see.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67784" y="1737360"/>
            <a:ext cx="34533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7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3816" y="1975104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1" name="Image 1" descr="/private/tmp/claude-501/-Users-augustin-Developement-ferno-blockzilla-v1/c312436f-587c-48e1-b40b-3267f59e1885/scratchpad/pptx/ic/exch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490" y="2106778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23816" y="2606040"/>
            <a:ext cx="2941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Trading bots &amp; vaults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23816" y="2962656"/>
            <a:ext cx="294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local execution, no rate-limit risk at the moment it matters most.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95488" y="1737360"/>
            <a:ext cx="34533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7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1520" y="1975104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6" name="Image 2" descr="/private/tmp/claude-501/-Users-augustin-Developement-ferno-blockzilla-v1/c312436f-587c-48e1-b40b-3267f59e1885/scratchpad/pptx/ic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194" y="2106778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606040"/>
            <a:ext cx="2941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indexing products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51520" y="2962656"/>
            <a:ext cx="294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institutional-grade data services on top of your own node.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950208"/>
            <a:ext cx="34533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7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187952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1" name="Image 3" descr="/private/tmp/claude-501/-Users-augustin-Developement-ferno-blockzilla-v1/c312436f-587c-48e1-b40b-3267f59e1885/scratchpad/pptx/ic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786" y="431962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4818888"/>
            <a:ext cx="2941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fund backtests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96112" y="5175504"/>
            <a:ext cx="294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funds &amp; institutions validate strategies on complete, real history.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67784" y="3950208"/>
            <a:ext cx="34533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7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23816" y="4187952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6" name="Image 4" descr="/private/tmp/claude-501/-Users-augustin-Developement-ferno-blockzilla-v1/c312436f-587c-48e1-b40b-3267f59e1885/scratchpad/pptx/ic/gr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490" y="4319626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23816" y="4818888"/>
            <a:ext cx="2941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way in for junior devs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23816" y="5175504"/>
            <a:ext cx="294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time with infra normally reserved for funded teams — the line that gets interviews.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95488" y="3950208"/>
            <a:ext cx="34533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7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51520" y="4187952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1" name="Image 5" descr="/private/tmp/claude-501/-Users-augustin-Developement-ferno-blockzilla-v1/c312436f-587c-48e1-b40b-3267f59e1885/scratchpad/pptx/ic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3194" y="4319626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818888"/>
            <a:ext cx="2941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even top teams skip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51520" y="5175504"/>
            <a:ext cx="294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devs reach data that even their own employers won’t bother storing.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run it — one way to get support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71516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E3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83080"/>
            <a:ext cx="45399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DIY / Self-hosted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240280"/>
            <a:ext cx="45399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453999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your own gRPC / shred stack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maintenance, updates, uptime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gaps and downtime are possible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support channel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77356" y="1463040"/>
            <a:ext cx="5271516" cy="4572000"/>
          </a:xfrm>
          <a:prstGeom prst="roundRect">
            <a:avLst>
              <a:gd name="adj" fmla="val 20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27000" dist="50800" dir="5400000">
              <a:srgbClr val="1B2A47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43116" y="1783080"/>
            <a:ext cx="45399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Blockzilla Subscription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43116" y="2240280"/>
            <a:ext cx="45399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~€200–250/mo*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643116" y="2880360"/>
            <a:ext cx="453999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Plug-and-play — connects straight into the Blockzilla network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0 Telegram support, all hub operators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referral fee on every node you help sell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617220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*Pricing indicative — confirm final terms before sharing externally.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4754880" cy="4754880"/>
          </a:xfrm>
          <a:prstGeom prst="ellipse">
            <a:avLst/>
          </a:prstGeom>
          <a:solidFill>
            <a:srgbClr val="132A4E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206240"/>
            <a:ext cx="4206240" cy="4206240"/>
          </a:xfrm>
          <a:prstGeom prst="ellipse">
            <a:avLst/>
          </a:prstGeom>
          <a:solidFill>
            <a:srgbClr val="132A4E"/>
          </a:solidFill>
          <a:ln/>
        </p:spPr>
      </p:sp>
      <p:sp>
        <p:nvSpPr>
          <p:cNvPr id="4" name="Shape 2"/>
          <p:cNvSpPr/>
          <p:nvPr/>
        </p:nvSpPr>
        <p:spPr>
          <a:xfrm>
            <a:off x="5230368" y="1051560"/>
            <a:ext cx="1005840" cy="10058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" name="Image 0" descr="/private/tmp/claude-501/-Users-augustin-Developement-ferno-blockzilla-v1/c312436f-587c-48e1-b40b-3267f59e1885/scratchpad/pptx/ic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1828" y="13030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your hub Solana’s edge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463040" y="3246120"/>
            <a:ext cx="9235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node. Zero rate limits. A builder community with the same tools as the funds they compete with.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80560" y="4434840"/>
            <a:ext cx="548640" cy="548640"/>
          </a:xfrm>
          <a:prstGeom prst="ellipse">
            <a:avLst/>
          </a:prstGeom>
          <a:solidFill>
            <a:srgbClr val="132A4E"/>
          </a:solidFill>
          <a:ln/>
        </p:spPr>
      </p:sp>
      <p:pic>
        <p:nvPicPr>
          <p:cNvPr id="9" name="Image 1" descr="/private/tmp/claude-501/-Users-augustin-Developement-ferno-blockzilla-v1/c312436f-587c-48e1-b40b-3267f59e1885/scratchpad/pptx/ic/tele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45720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66360" y="4480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0 Telegram support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cheron.augustin@gmail.com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2026-08-06T20:34:29Z</dcterms:created>
  <dcterms:modified xsi:type="dcterms:W3CDTF">2026-08-06T20:34:29Z</dcterms:modified>
</cp:coreProperties>
</file>